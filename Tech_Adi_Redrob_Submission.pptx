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202729"/>
                </a:solidFill>
              </a:rPr>
              <a:t>Tech Adi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202729"/>
                </a:solidFill>
              </a:rPr>
              <a:t>Intelligent Candidate Discovery — rank 100K candidate profiles against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400" b="0">
                <a:solidFill>
                  <a:srgbClr val="202729"/>
                </a:solidFill>
              </a:rPr>
              <a:t>a Senior AI Engineer job description using a trust-based ranking engine</a:t>
            </a: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202729"/>
                </a:solidFill>
              </a:rPr>
              <a:t>Aditya Nadamuni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• Hybrid rule-based ranking engine — scores 100K candidates in ~30s on CPU, zero GPU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• 6 weighted signals combined into a single composite score: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Title + Career history relevance  (35%)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Skill Trust score  (20%)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Behavioral / platform engagement  (20%)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Experience fit  (10%)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Availability  (10%)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Education tier  (5%)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What differentiates us from keyword matching?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Skill TRUST = proficiency × endorsements × duration — not raw keyword count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Title + career descriptions are the decisive signal, not the skills section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Three-rule honeypot detector catches expert-stuffing, YoE inflation, &amp; ghost endorsements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Fully explainable: every ranked candidate gets a natural-language reasoning string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sz="1800" b="1">
                <a:solidFill>
                  <a:srgbClr val="202729"/>
                </a:solidFill>
              </a:rPr>
              <a:t>JD Understanding &amp; Candidate Evaluation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Key requirements extracted from the JD: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• Role: Senior AI Engineer — retrieval, ranking, recommendation &amp; search systems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5–9 years of hands-on ML engineering (not research or consulting)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Core stack: Python, PyTorch, sentence-transformers, FAISS / Pinecone / Weaviate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Production experience: fine-tuning, RAG pipelines, A/B testing, latency optimisation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Candidate signals &amp; how we go beyond keyword matching: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Title + Career (35%) — did the candidate BUILD these systems? (RAG, retrieval, ranking)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HIGH-signal terms (+0.15 each): embedding, retrieval, vector, FAISS, RAG, reranker…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MEDIUM-signal terms (+0.08 each): PyTorch, transformers, BERT, fine-tuning…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Consulting-firm penalty: ×0.5 if entire career is at TCS/Infosys/Wipro etc.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Skill Trust (20%) — (proficiency×0.4) + (endorsements/30×0.35) + (duration/18×0.25)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Tier-1 skills (vector search, FAISS, BM25, semantic search): weight ×2.0</a:t>
            </a:r>
          </a:p>
          <a:p>
            <a:pPr lvl="1"/>
            <a:r>
              <a:rPr sz="1200" b="0">
                <a:solidFill>
                  <a:srgbClr val="202729"/>
                </a:solidFill>
              </a:rPr>
              <a:t>Tier-2 skills (PyTorch, fine-tuning, LLMs, NLP): weight ×1.5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Behavioral (20%) — recruiter response rate (35%), interview completion (30%),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recency (20%), GitHub activity score (15%)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Retrieve → Score → Rank pipeline: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• Stream all 100K candidates from JSONL (line-by-line — peak RAM ~200 MB)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For each candidate: detect_honeypot() → 6 sub-scorers → composite score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Sort descending by score; tie-break by candidate_id ascending; slice top 100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Composite formula: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score = (0.35 × title_career + 0.20 × skill_trust + 0.20 × behavioral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         + 0.10 × experience + 0.10 × availability + 0.05 × education)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        × honeypot_multiplier   (1.0 or 0.05)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Experience curve — targeting the 5–9 yr JD sweet spot: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&lt; 2 yrs → 0–0.3   |   2–5 yrs → ramp to 0.8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5–9 yrs → 0.8–1.0 (peak at 7 yrs)   |   &gt; 9 yrs → gentle decay to 0.4 floor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No ML models, no API calls, no GPU — 100% deterministic Python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How ranking decisions are explained: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• Every top-100 candidate gets a programmatic natural-language reasoning string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Example (rank 1): "Staff ML Engineer with 7.0 yrs; strong AI/ML background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in title and career history; strong retrieval skill stack with endorsements;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high recruiter engagement (95%); actively seeking; ideal 5–9yr range; top-10 fit."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No hallucinations — zero LLM calls: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All reasoning derived from actual scored sub-components — fully deterministic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Fields referenced in reasoning match fields in the candidate JSON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Three-rule honeypot detector: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Rule 1 — Skill stuffing: ≥ 4 'expert' skills with 0 endorsements AND 0 duration months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Rule 2 — YoE inflation: claimed YoE &gt; 2.5× career history total AND YoE &gt; 5 yrs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Rule 3 — Ghost endorsements: &gt; 12 skills listed, average endorsements = 0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Flagged profiles: score ×0.05, reasoning tagged 'FLAGGED: keyword stuffing detected'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Command: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  python rank.py --candidates ./candidates.jsonl --out ./submission.csv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Step-by-step flow: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1. rank.py parses CLI args, calls rank_candidates(path, top_n=100)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2. utils.load_candidates() streams JSONL line-by-line (memory-efficient)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3. For each of 100K candidates: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 a. detect_honeypot() → returns 1.0 or 0.05 multiplier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 b. 6 sub-scorers run in sequence (title_career, skill_trust, behavioral,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    experience, availability, education)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 c. Composite score computed and appended to all_scores list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4. all_scores sorted; top 100 sliced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5. generate_reasoning() builds natural-language string for each ranked candidate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6. Results written as CSV (columns: candidate_id, rank, score, reasoning)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7. validate_submission.py confirms format, ordering, and uniqueness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Total runtime: ~30 seconds  |  CPU only  |  No network  |  No GPU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Ranking quality: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• Rank 1: Staff ML Engineer, 7.0 yrs — score 0.9553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(verified retrieval/RAG/embedding stack, 95% recruiter response rate)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Rank 100: ML Engineer, 4.5 yrs — score 0.8257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Score band: 0.8257 – 0.9553 across all 100 results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Zero keyword-stuffed HR/Marketing/Sales profiles appear in top 100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Honeypot multiplier (×0.05) successfully suppresses fabricated expert profiles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Compute constraints — all met: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Runtime: ~30 seconds wall-clock on 8-core CPU / 16 GB RAM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Peak memory: ~200 MB (streaming JSONL, no full dataset in RAM)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GPU required: NO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Network during ranking: NO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API calls during ranking: NO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Submission validated: python resources/validate_submission.py submission.csv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→ 'Submission is valid.'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1200" b="0">
                <a:solidFill>
                  <a:srgbClr val="202729"/>
                </a:solidFill>
              </a:rPr>
              <a:t>Language &amp; runtime: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• Python 3.11 — core language (no external ML libraries needed for inference)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Inference (zero dependency — ships with stdlib):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Pure Python string matching + arithmetic — deterministic, portable, offline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Output &amp; demo: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openpyxl 3.1+ — XLSX submission generation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pandas 1.5+ — CSV/XLSX formatting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Streamlit 1.58 — interactive sandbox demo with file upload &amp; CSV download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Hosting &amp; source control: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GitHub — public repo, version control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Streamlit Community Cloud — free hosted sandbox, auto-deploy on push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Why this stack?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Zero ML framework dependencies → no CUDA, no model downloads, no network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Fully deterministic → same candidates.jsonl always produces same output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• Sub-30s inference on consumer hardware → meets all challenge constraints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202729"/>
                </a:solidFill>
              </a:rPr>
              <a:t>GitHub Repository (public):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/>
            <a:r>
              <a:rPr sz="1200" b="0">
                <a:solidFill>
                  <a:srgbClr val="202729"/>
                </a:solidFill>
              </a:rPr>
              <a:t>  https://github.com/theAdityaNVS/redrob-candidate-ranker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Live Sandbox Demo (Streamlit Community Cloud):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https://theaditynvs-redrob-ranker.streamlit.app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— Upload any JSON/JSONL candidate file (≤100 profiles) to rank live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Ranked Output: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submission.csv   — 100 candidates, ranks 1–100, validated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submission.xlsx  — same data, Excel format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Reproduce command (≤ 5 min, CPU, no network, no GPU):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pip install -r requirements.txt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python rank.py --candidates ./candidates.jsonl --out ./submission.csv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>  python resources/validate_submission.py submission.csv</a:t>
            </a:r>
          </a:p>
          <a:p>
            <a:pPr/>
            <a:r>
              <a:rPr sz="1200" b="0">
                <a:solidFill>
                  <a:srgbClr val="202729"/>
                </a:solidFill>
              </a:rPr>
              <a:t/>
            </a:r>
          </a:p>
          <a:p>
            <a:pPr/>
            <a:r>
              <a:rPr sz="1200" b="0">
                <a:solidFill>
                  <a:srgbClr val="202729"/>
                </a:solidFill>
              </a:rPr>
              <a:t>Team: Tech Adi  |  Contact: aditya.nadamuni@gmail.com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